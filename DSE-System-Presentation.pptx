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B3A5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B3A5C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DSE 筆記系統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學生與家長的學習革命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14400" y="3291840"/>
            <a:ext cx="1828800" cy="54864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由中四學生親手打造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全方位 DSE 學習管理系統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系統化學習 · 數據化追蹤 · 自動化報告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學生篇：你每日面對嘅困難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打開書就頭痛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唔知由邊度開始溫，望住本書發呆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188720"/>
            <a:ext cx="73152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087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背完又忘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66928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做咗等於冇做，溫完唔記得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2834640"/>
            <a:ext cx="73152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546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唔想開始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7160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知要溫但就係提唔起勁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754880" y="28346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54880" y="2834640"/>
            <a:ext cx="73152" cy="13716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15468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6928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做筆記好慢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66928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格式唔統一，抄到死都未抄完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分鐘搞定一課筆記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56032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883A"/>
                </a:solidFill>
              </a:rPr>
              <a:t>①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事實型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時間、人物、地點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一目了然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56032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97280"/>
            <a:ext cx="256032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B3A5C"/>
                </a:solidFill>
              </a:rPr>
              <a:t>②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29184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原因過程影響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7472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幫你拆解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「為乜」同「點解」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097280"/>
            <a:ext cx="256032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1097280"/>
            <a:ext cx="256032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E7D32"/>
                </a:solidFill>
              </a:rPr>
              <a:t>③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PEEL 結構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0936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考評局最鍾意嘅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答題框架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以前 30 分鐘手抄 → 而家 3 分鐘生成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省下嘅時間用嚟做題目同背書，效率倍增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即做即測，邊度弱即刻知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自動生成小測驗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1965960"/>
            <a:ext cx="320040" cy="3200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填充題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訓練精準回憶（人名、時間、地點）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2651760"/>
            <a:ext cx="320040" cy="3200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71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題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716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訓練判斷力同排除法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3337560"/>
            <a:ext cx="320040" cy="3200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716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短答題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716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訓練表達能力，附 PEEL 提示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實時 Dashboard</a:t>
            </a:r>
            <a:endParaRPr lang="en-US" sz="16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47672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778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今日學習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31520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15m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542032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7784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新增筆記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31520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條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136392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778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完成測驗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31520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題</a:t>
            </a:r>
            <a:endParaRPr lang="en-US" sz="14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730752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778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連續學習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315200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日 🔥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88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家長篇：你每日面對嘅困難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D4883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佢話溫咗書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6304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但我完全唔知佢溫咗啲乜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83480" y="15087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600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成績一直跌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7607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但唔知邊度出咗問題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想幫但唔知點幫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630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只可以問「溫咗書未？」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754880" y="28346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983480" y="3154680"/>
            <a:ext cx="548640" cy="548640"/>
          </a:xfrm>
          <a:prstGeom prst="ellipse">
            <a:avLst/>
          </a:prstGeom>
          <a:solidFill>
            <a:srgbClr val="6B7B8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24612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6072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補習好貴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76072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 $2000-4000，效果又唔明顯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88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每日學習報告 · 自動送到你 Email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50292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DSE 每日學習報告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日期：2026-06-08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176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今日學習時長：2 小時 15 分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2523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今日新增筆記：3 條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8712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今日完成小測驗：5 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218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累計筆記總數：25 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連續學習天數：7 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1097280"/>
            <a:ext cx="2743200" cy="3474720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179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「你溫咗書未？」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179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變成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179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「我睇到你好努力」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21792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有數據嘅關心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比空洞嘅催促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有效一百倍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補習班 vs DSE 筆記系統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傳統補習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DSE 筆記系統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8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費用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每月 $2000-4000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免費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固定時段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任何時間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筆記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老師畀乜你抄乜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按自己節奏生成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進度追蹤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靠自己記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自動記錄 + 數據化呈現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家長參與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幾乎零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每日報告自動送到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針對性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一對多，跟大隊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錯題記錄 + 弱點分析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系統最厲害嘅地方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唔係任何一個單一功能，而係將散落嘅學習行為串連成一個完整嘅循環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1371600" cy="914400"/>
          </a:xfrm>
          <a:prstGeom prst="ellipse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筆記生成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1371600" cy="914400"/>
          </a:xfrm>
          <a:prstGeom prst="ellipse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理解消化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1371600" cy="914400"/>
          </a:xfrm>
          <a:prstGeom prst="ellipse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測驗驗證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3200400"/>
            <a:ext cx="1371600" cy="914400"/>
          </a:xfrm>
          <a:prstGeom prst="ellipse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200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進度追蹤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3840480"/>
            <a:ext cx="1371600" cy="914400"/>
          </a:xfrm>
          <a:prstGeom prst="ellipse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840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家長了解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840480"/>
            <a:ext cx="1371600" cy="914400"/>
          </a:xfrm>
          <a:prstGeom prst="ellipse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3840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持續動力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2468880"/>
            <a:ext cx="73152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468880"/>
            <a:ext cx="73152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926080"/>
            <a:ext cx="274320" cy="27432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657600"/>
            <a:ext cx="-640080" cy="27432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4114800"/>
            <a:ext cx="-914400" cy="0"/>
          </a:xfrm>
          <a:prstGeom prst="line">
            <a:avLst/>
          </a:prstGeom>
          <a:noFill/>
          <a:ln w="25400">
            <a:solidFill>
              <a:srgbClr val="D488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每一個環節都有系統支撐，唔再係靠意志力死撐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3A5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1B3A5C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秒安裝，即刻開始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D4883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打開系統網址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645920"/>
            <a:ext cx="640080" cy="640080"/>
          </a:xfrm>
          <a:prstGeom prst="ellipse">
            <a:avLst/>
          </a:prstGeom>
          <a:solidFill>
            <a:srgbClr val="D4883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按「加入主畫面」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640080" cy="640080"/>
          </a:xfrm>
          <a:prstGeom prst="ellipse">
            <a:avLst/>
          </a:prstGeom>
          <a:solidFill>
            <a:srgbClr val="D4883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完成！開始溫書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手機  ·  📱 iPad  ·  💻 電腦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全部可以安裝，雲端自動同步筆記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28800" y="4206240"/>
            <a:ext cx="5486400" cy="64008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系統化學習嘅力量 💪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DSE 筆記系統 — 學生與家長的學習革命</dc:title>
  <dc:subject>PptxGenJS Presentation</dc:subject>
  <dc:creator>DSE Study System</dc:creator>
  <cp:lastModifiedBy>DSE Study System</cp:lastModifiedBy>
  <cp:revision>1</cp:revision>
  <dcterms:created xsi:type="dcterms:W3CDTF">2026-06-08T15:43:43Z</dcterms:created>
  <dcterms:modified xsi:type="dcterms:W3CDTF">2026-06-08T15:43:43Z</dcterms:modified>
</cp:coreProperties>
</file>